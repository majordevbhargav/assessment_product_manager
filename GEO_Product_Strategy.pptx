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GEO: Generative Engine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Analytics platform for AI Search Visibility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SEO tools cannot measure brand visibility across ChatGPT, Gemini, Claude, and Perplexity.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Search is evolving from link retrieval to AI-generated answers.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Competitor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Compare GEO with Ahrefs, Semrush, Profound, and Peec 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Narrative Drift Monitor tracks brand perception differences across LLMs.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</a:t>
            </a:r>
          </a:p>
          <a:p>
            <a:r>
              <a:t>Backend: Node.js</a:t>
            </a:r>
          </a:p>
          <a:p>
            <a:r>
              <a:t>AI APIs: OpenAI, Gemini</a:t>
            </a:r>
          </a:p>
          <a:p>
            <a:r>
              <a:t>Database: PostgreSQL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Monetization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Freemium SaaS + Enterprise Analytics + API Access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 Months: AI visibility dashboard</a:t>
            </a:r>
          </a:p>
          <a:p>
            <a:r>
              <a:t>12 Months: autonomous GEO optimization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SEO optimized websites. GEO optimizes machine understanding.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